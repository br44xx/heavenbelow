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project. Blueprint only, no C++.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4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HEAVEN BELOW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Mirone     BA (Hons) Game Design, Level 4, UCA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Unreal Engine 5.6 using Blueprints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2.5D descent platformer. Humanity built towers to reach heaven, found nothing there, and now digs downward instead. You play a Diver going down through the ruins.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98678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along one axis, jumps, slides, attacks and grabs ledges.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45643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6248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398678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drains constantly and only air pockets and checkpoints refill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4498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landings alternate left and right, each one drop below the last.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91947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54498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avoid hazards, collect Echoes and reach the tool at the bottom.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two assets in total: sixteen actors, two shared components, one interface, a Game Instance, one widget and one level.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542032"/>
          </a:xfrm>
          <a:prstGeom prst="roundRect">
            <a:avLst>
              <a:gd name="adj" fmla="val 215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264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2185416"/>
            <a:ext cx="1092708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81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Browser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is one enclosed vertical shaft with six landings that alternate left and right, so all progress is downward and there is no way back up.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18653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trap, then a breakable platform that drops you in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94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5877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air pocket and a sliding floor you must slide across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3310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and crystal reveal the bridge to the first Echo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40325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Denizen drops the key for the locked door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36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4754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trap, the second Echo, and a lever that opens the way down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58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54772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pocket, the last Echo and the tool that ends the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664208"/>
            <a:ext cx="4690872" cy="4261104"/>
          </a:xfrm>
          <a:prstGeom prst="roundRect">
            <a:avLst>
              <a:gd name="adj" fmla="val 128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7" name="Image 0" descr="D:/ucaprojects/devlog 2/Screenshot 2026-08-30 17264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31736" y="1746504"/>
            <a:ext cx="4526280" cy="40965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949440" y="596188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L_SurfaceRuins, seen from outside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Blueprint holds every player system, and every value the design needs to tune lives on it as a variable.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6784848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Event Graph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8120" y="1737360"/>
            <a:ext cx="3822192" cy="4096512"/>
          </a:xfrm>
          <a:prstGeom prst="roundRect">
            <a:avLst>
              <a:gd name="adj" fmla="val 143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0416" y="1819656"/>
            <a:ext cx="365760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5870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Jumping, sliding and dying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either pulls the Diver up a held ledge or jumps normally, sliding tilts the mesh and raises walk speed, and death disables input then reloads the level at the last checkpoint.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1828800"/>
          </a:xfrm>
          <a:prstGeom prst="roundRect">
            <a:avLst>
              <a:gd name="adj" fmla="val 300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6510528" cy="1664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02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jump and mantle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6675120" cy="1810512"/>
          </a:xfrm>
          <a:prstGeom prst="roundRect">
            <a:avLst>
              <a:gd name="adj" fmla="val 303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3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" y="4105656"/>
            <a:ext cx="6510528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slide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43800" y="1737360"/>
            <a:ext cx="409651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1" name="Image 2" descr="D:/ucaprojects/devlog 2/Screenshot 2026-08-30 17304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26096" y="1819656"/>
            <a:ext cx="3931920" cy="3931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43800" y="587044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death and respawn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Interacting, attacking and climbing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sphere on the Diver watches for anything that implements the interact interface, the attack sweeps for Denizens in front of the player, and two line traces look for a ledge to grab while falling.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1828800"/>
          </a:xfrm>
          <a:prstGeom prst="roundRect">
            <a:avLst>
              <a:gd name="adj" fmla="val 300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4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6510528" cy="1664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02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interact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6675120" cy="1810512"/>
          </a:xfrm>
          <a:prstGeom prst="roundRect">
            <a:avLst>
              <a:gd name="adj" fmla="val 303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5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" y="4105656"/>
            <a:ext cx="6510528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attack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43800" y="1737360"/>
            <a:ext cx="409651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1" name="Image 2" descr="D:/ucaprojects/devlog 2/Screenshot 2026-08-30 17305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26096" y="1819656"/>
            <a:ext cx="3931920" cy="3931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43800" y="587044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ledge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Denizen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Denizen measures its distance to the player every frame and either walks toward them or damages them on contact with a two second cooldown.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BP_Denizen,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locked door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checks the Game Instance for the key and either opens on a Timeline or tells the player through the HUD that it is still locked.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BP_LockedDoor,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breakable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it starts a short delay, then it hides itself and drops its collision, and four seconds later it returns so the level can be replayed.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5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BP_BreakablePlatform,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 checkpoint lights it, stores the location on the Game Instance so it survives a level reload, refills oxygen and shows a toast on the HUD.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health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component handles damage for the Diver and the Denizen, clamping health, granting a second of invulnerability and firing death only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BPC_Health, ApplyDamage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drains on a timer and is the real clock on the level, so refilling it resets the value, clears the drowned flag and updates the HUD.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2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BPC_Oxygen, RefillOxygen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spike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box is deliberately larger than the spike mesh so the hazard is not missed at running speed, and a one second cooldown stops it draining health every frame.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4206240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4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1016" y="1819656"/>
            <a:ext cx="4041648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BP_SpikeTrap, viewport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737360"/>
            <a:ext cx="51480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25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34456" y="1819656"/>
            <a:ext cx="498348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587044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BP_SpikeTrap,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spins to draw the eye, arms its pickup collision after a short delay so it cannot be collected inside the Denizen, and records itself on the Game Instance.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3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BP_Key,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stores its target's starting position on begin play, then drives a Timeline that moves that actor by an offset set on each copy.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3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BP_Lever,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honestly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document describes five biomes and a boss. I built one biome and recorded every cut and the reason for it rather than pretending the rest was still coming.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4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beat copies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74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health once as a component meant the Diver and the Denizen shared it, so adding a second damageable actor cost minutes instead of hours.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can lie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cube ships with a collision box over three times the size of its mesh. It read as floating above floors and stopping short of walls until I compared the two numbers directly.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asset, not the symptom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worst bugs produced no error at all. Checking the values actually stored in the asset found in minutes what guessing had not found in hours.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Heaven Below - Development Log</dc:title>
  <dc:subject>PptxGenJS Presentation</dc:subject>
  <dc:creator>Bruno Mirone</dc:creator>
  <cp:lastModifiedBy>Bruno Mirone</cp:lastModifiedBy>
  <cp:revision>1</cp:revision>
  <dcterms:created xsi:type="dcterms:W3CDTF">2026-08-30T16:43:08Z</dcterms:created>
  <dcterms:modified xsi:type="dcterms:W3CDTF">2026-08-30T16:43:08Z</dcterms:modified>
</cp:coreProperties>
</file>