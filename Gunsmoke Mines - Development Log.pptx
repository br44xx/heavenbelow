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48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GUNSMOKE MINES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154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9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Log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977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Mirone   ·   FGCT4017 Fundamentals of Games Design   ·   BA (Hons) Game Design, Level 4, UCA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Unreal Engine 5.6 using Blueprints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top-down wild-west dungeon crawler: shoot bandits, collect keys, open chests, reach checkpoints, kill the boss.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847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9856" y="17373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19856" y="1847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419856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build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72784" y="1847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25712" y="17373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25712" y="1847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125712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level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675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3675888"/>
            <a:ext cx="9290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movement, aims at the mouse, dashes with brief invulnerability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279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4279392"/>
            <a:ext cx="9290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hitscan weapon; a shared health component handles all damage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8828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882896"/>
            <a:ext cx="9290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Bandits chase and attack; the boss is the same logic with heavier numbers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486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5486400"/>
            <a:ext cx="9290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open chests, chests give powerups, checkpoints save your place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 is one continuous level of connected rooms and corridors, blocked out from cubes.</a:t>
            </a:r>
            <a:endParaRPr lang="en-US" sz="1400" dirty="0"/>
          </a:p>
        </p:txBody>
      </p:sp>
      <p:pic>
        <p:nvPicPr>
          <p:cNvPr id="4" name="Image 0" descr="D:/UCAprojects/devlog/Screenshot 2026-08-30 1516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070" y="1481328"/>
            <a:ext cx="6790813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L_Mine, top-down 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assets in total: eight Blueprints, a shared component, two widgets, the input set and one level.</a:t>
            </a:r>
            <a:endParaRPr lang="en-US" sz="1400" dirty="0"/>
          </a:p>
        </p:txBody>
      </p:sp>
      <p:pic>
        <p:nvPicPr>
          <p:cNvPr id="4" name="Image 0" descr="D:/UCAprojects/devlog/Screenshot 2026-08-30 1516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609016"/>
            <a:ext cx="11055096" cy="24812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Browser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Input maps WASD, Space and the left mouse button through a single mapping context.</a:t>
            </a:r>
            <a:endParaRPr lang="en-US" sz="1400" dirty="0"/>
          </a:p>
        </p:txBody>
      </p:sp>
      <p:pic>
        <p:nvPicPr>
          <p:cNvPr id="4" name="Image 0" descr="D:/UCAprojects/devlog/Screenshot 2026-08-30 1516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700" y="1481328"/>
            <a:ext cx="8045552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IMC_gunsmoke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variables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tunable value lives on the player as a variable, so balancing means editing numbers rather than rewiring.</a:t>
            </a:r>
            <a:endParaRPr lang="en-US" sz="1400" dirty="0"/>
          </a:p>
        </p:txBody>
      </p:sp>
      <p:pic>
        <p:nvPicPr>
          <p:cNvPr id="4" name="Image 0" descr="D:/UCAprojects/devlog/Screenshot 2026-08-30 1517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231" y="1481328"/>
            <a:ext cx="5382491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BP_Player,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 handles movement, mouse aim, the dash, shooting and respawning at the last checkpoint.</a:t>
            </a:r>
            <a:endParaRPr lang="en-US" sz="1400" dirty="0"/>
          </a:p>
        </p:txBody>
      </p:sp>
      <p:pic>
        <p:nvPicPr>
          <p:cNvPr id="4" name="Image 0" descr="D:/UCAprojects/devlog/Screenshot 2026-08-30 1517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685" y="1481328"/>
            <a:ext cx="3011581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BP_Player,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health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reusable component handles damage, death and health changes for the player, the bandits and the boss.</a:t>
            </a:r>
            <a:endParaRPr lang="en-US" sz="1400" dirty="0"/>
          </a:p>
        </p:txBody>
      </p:sp>
      <p:pic>
        <p:nvPicPr>
          <p:cNvPr id="4" name="Image 0" descr="D:/UCAprojects/devlog/Screenshot 2026-08-30 1519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856" y="1481328"/>
            <a:ext cx="7875240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BPC_Health, ApplyDamage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bandit measures its distance to the player four times a second and either closes in or attacks.</a:t>
            </a:r>
            <a:endParaRPr lang="en-US" sz="1400" dirty="0"/>
          </a:p>
        </p:txBody>
      </p:sp>
      <p:pic>
        <p:nvPicPr>
          <p:cNvPr id="4" name="Image 0" descr="D:/UCAprojects/devlog/Screenshot 2026-08-30 1517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852" y="1481328"/>
            <a:ext cx="8151248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BP_bandit,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 lifecycle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looping timer drives the AI, and the health component's death event destroys the actor.</a:t>
            </a:r>
            <a:endParaRPr lang="en-US" sz="1400" dirty="0"/>
          </a:p>
        </p:txBody>
      </p:sp>
      <p:pic>
        <p:nvPicPr>
          <p:cNvPr id="4" name="Image 0" descr="D:/UCAprojects/devlog/Screenshot 2026-08-30 1517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6291" y="1481328"/>
            <a:ext cx="3496370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BP_bandit, BeginPlay and death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reuses the bandit's logic with a much larger health pool, slower movement and heavier hits.</a:t>
            </a:r>
            <a:endParaRPr lang="en-US" sz="1400" dirty="0"/>
          </a:p>
        </p:txBody>
      </p:sp>
      <p:pic>
        <p:nvPicPr>
          <p:cNvPr id="4" name="Image 0" descr="D:/UCAprojects/devlog/Screenshot 2026-08-30 1518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104" y="1481328"/>
            <a:ext cx="8496744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BP_boss,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the boss creates the win widget, pauses the game and hands control back to the mouse.</a:t>
            </a:r>
            <a:endParaRPr lang="en-US" sz="1400" dirty="0"/>
          </a:p>
        </p:txBody>
      </p:sp>
      <p:pic>
        <p:nvPicPr>
          <p:cNvPr id="4" name="Image 0" descr="D:/UCAprojects/devlog/Screenshot 2026-08-30 1518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237" y="1481328"/>
            <a:ext cx="8038477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BP_boss, win condition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powerup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enumeration keeps the two powerup types readable in the graph instead of using numbers.</a:t>
            </a:r>
            <a:endParaRPr lang="en-US" sz="1400" dirty="0"/>
          </a:p>
        </p:txBody>
      </p:sp>
      <p:pic>
        <p:nvPicPr>
          <p:cNvPr id="4" name="Image 0" descr="D:/UCAprojects/devlog/Screenshot 2026-08-30 152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325366"/>
            <a:ext cx="11055096" cy="10485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E_Powerup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Blueprint, both powerups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actor covers both types, chosen per copy placed in the level.</a:t>
            </a:r>
            <a:endParaRPr lang="en-US" sz="1400" dirty="0"/>
          </a:p>
        </p:txBody>
      </p:sp>
      <p:pic>
        <p:nvPicPr>
          <p:cNvPr id="4" name="Image 0" descr="D:/UCAprojects/devlog/Screenshot 2026-08-30 1519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3203" y="1481328"/>
            <a:ext cx="4342546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BP_Powerup, viewport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Powerup logic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splits into a timed speed boost that reverts itself, and a permanent damage increase.</a:t>
            </a:r>
            <a:endParaRPr lang="en-US" sz="1400" dirty="0"/>
          </a:p>
        </p:txBody>
      </p:sp>
      <p:pic>
        <p:nvPicPr>
          <p:cNvPr id="4" name="Image 0" descr="D:/UCAprojects/devlog/Screenshot 2026-08-30 1519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582" y="1481328"/>
            <a:ext cx="8633788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BP_Powerup,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is a post with a box collision deliberately larger than its mesh, so it is hard to miss.</a:t>
            </a:r>
            <a:endParaRPr lang="en-US" sz="1400" dirty="0"/>
          </a:p>
        </p:txBody>
      </p:sp>
      <p:pic>
        <p:nvPicPr>
          <p:cNvPr id="4" name="Image 0" descr="D:/UCAprojects/devlog/Screenshot 2026-08-30 1518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0016" y="1481328"/>
            <a:ext cx="5208921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BP_Checkpoint, viewport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your place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it stores the location on the player and switches off its own collision so it only fires once.</a:t>
            </a:r>
            <a:endParaRPr lang="en-US" sz="1400" dirty="0"/>
          </a:p>
        </p:txBody>
      </p:sp>
      <p:pic>
        <p:nvPicPr>
          <p:cNvPr id="4" name="Image 0" descr="D:/UCAprojects/devlog/Screenshot 2026-08-30 1518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62629"/>
            <a:ext cx="11055096" cy="21739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BP_Checkpoint,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deliberately minimal: a health bar, a key counter and a powerup label.</a:t>
            </a:r>
            <a:endParaRPr lang="en-US" sz="1400" dirty="0"/>
          </a:p>
        </p:txBody>
      </p:sp>
      <p:pic>
        <p:nvPicPr>
          <p:cNvPr id="4" name="Image 0" descr="D:/UCAprojects/devlog/Screenshot 2026-08-30 1518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2479" y="1481328"/>
            <a:ext cx="7503993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WBP_HUD, designer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HUD element pulls its value from the player through a bound function that runs every frame.</a:t>
            </a:r>
            <a:endParaRPr lang="en-US" sz="1400" dirty="0"/>
          </a:p>
        </p:txBody>
      </p:sp>
      <p:pic>
        <p:nvPicPr>
          <p:cNvPr id="4" name="Image 0" descr="D:/UCAprojects/devlog/Screenshot 2026-08-30 1519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603" y="1481328"/>
            <a:ext cx="5203747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WBP_HUD, text binding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6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85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first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794760" y="160020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document describes seven weapons and eight powerups. I built one weapon and two powerups, and recorded every cut and the reason for it.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70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beats repetition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2770632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health system once as a component meant the player, the bandits and the boss all shared it, and the boss took minutes rather than hours.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41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fails quietly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3941064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bugs produced no error at all. A pawn ignoring the visibility channel, a node defaulting its target to itself, a mesh whose collision was larger than the mesh.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111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a method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5111496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strings to split a problem in half, collision view to see the invisible, and checking one thing at a time. That mattered more than knowing the engine.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Gunsmoke Mines - Development Log</dc:title>
  <dc:subject>PptxGenJS Presentation</dc:subject>
  <dc:creator>Bruno Mirone</dc:creator>
  <cp:lastModifiedBy>Bruno Mirone</cp:lastModifiedBy>
  <cp:revision>1</cp:revision>
  <dcterms:created xsi:type="dcterms:W3CDTF">2026-08-30T16:09:51Z</dcterms:created>
  <dcterms:modified xsi:type="dcterms:W3CDTF">2026-08-30T16:09:51Z</dcterms:modified>
</cp:coreProperties>
</file>